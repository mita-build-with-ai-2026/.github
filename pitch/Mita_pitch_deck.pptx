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914400"/>
            <a:ext cx="38862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731520" y="23317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1212"/>
                </a:solidFill>
              </a:rPr>
              <a:t>El primer agente inmobiliario con IA para encontrar alquiler en Santa Cruz.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3886200"/>
            <a:ext cx="2697480" cy="34747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with AI · GDG Santa Cruz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4370832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B65"/>
                </a:solidFill>
              </a:rPr>
              <a:t>Pitch deck + dirección estratégica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Buscar alquiler en Santa Cruz es más difícil de lo que debería.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3657600" cy="132588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faltan propiedades.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Falta claridad.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4800600" y="1828800"/>
            <a:ext cx="6080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La información está repartida entre portales, Facebook, grupos de WhatsApp e inmobiliarias. Cada publicación usa formatos distintos, precios en dólares o bolivianos, condiciones incompletas y zonas poco precisas.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00600" y="3520440"/>
            <a:ext cx="52120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3D3E"/>
                </a:solidFill>
              </a:rPr>
              <a:t>Resultado: el usuario pierde horas comparando y la inmobiliaria recibe consultas poco calificadas.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INSIGHT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gente no busca con filtros.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 con contexto.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6400800" cy="105156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“Quiero un dpto cerca de Equipetrol, hasta 500 dólares, con garaje y que acepte mascota.”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35240" y="2907792"/>
            <a:ext cx="34747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DF7"/>
                </a:solidFill>
              </a:rPr>
              <a:t>Ese pedido contiene intención, prioridades, restricciones y contexto local. Los filtros tradicionales capturan una parte; la IA puede entender la búsqueda completa.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SOLUCIÓN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convierte una búsqueda caótica en una conversación simple.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Conversas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Describe lo que necesitas como hablarías con una persona.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1188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2062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Mita entiende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0624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Extrae zona, presupuesto, tipo, condiciones y prioridades.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951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Compara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99516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Ordena propiedades por compatibilidad real.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89720" y="2148840"/>
            <a:ext cx="438912" cy="438912"/>
          </a:xfrm>
          <a:prstGeom prst="rect">
            <a:avLst/>
          </a:prstGeom>
          <a:solidFill>
            <a:srgbClr val="4E9C56"/>
          </a:solidFill>
          <a:ln>
            <a:solidFill>
              <a:srgbClr val="4E9C5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840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</a:rPr>
              <a:t>Decides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784080" y="2542032"/>
            <a:ext cx="18745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1212"/>
                </a:solidFill>
              </a:rPr>
              <a:t>Explica pros, contras y te conecta por WhatsApp.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4400" y="4663440"/>
            <a:ext cx="9692640" cy="68580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promesa: de cientos de publicaciones desordenadas a 5 opciones explicadas.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PRODUCTO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experiencia de búsqueda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Entrada del usuario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206240" cy="109728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Busco dpto de 1 dormitorio cerca de Equipetrol o Sirari, máximo 500 dólares, con garaje y mascota.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7784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Mita interpreta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176272"/>
            <a:ext cx="31089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Zona: Equipetrol / Sirari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Presupuesto: hasta 500 USD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Tipo: departamento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Extras: garaje, mascota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21212"/>
                </a:solidFill>
              </a:rPr>
              <a:t>Prioridad: ubicación + precio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52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65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52560" y="2176272"/>
            <a:ext cx="24231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94% match - cumple zona, garaje y mascota.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87% match - buena zona, falta confirmar mascota.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72% match - buen precio, zona menos conveniente.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4800600"/>
            <a:ext cx="8046720" cy="6858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no solo muestra resultados: explica por qué convienen.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MOTOR 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la IA detrás de Mita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Extrae criterios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383280" y="17647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Convierte lenguaje natural en filtros y prioridades.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Normaliza datos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83280" y="24505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Unifica USD/Bs, zonas, ambientes, expensas y condiciones.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Rankea por intención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383280" y="31363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No solo filtra: pondera preferencias y trade-offs.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Explica decisiones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83280" y="38221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Genera pros, contras, alertas y recomendación final.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</a:rPr>
              <a:t>Aprende del mercado local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383280" y="4507992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21212"/>
                </a:solidFill>
              </a:rPr>
              <a:t>Reconoce zonas, términos y hábitos de Santa Cruz.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7280" y="5486400"/>
            <a:ext cx="8503920" cy="50292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transforma publicaciones incompletas en decisiones claras.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POR QUÉ SANTA CRUZ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diferencial es hiperlocal.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DF7"/>
                </a:solidFill>
              </a:rPr>
              <a:t>Mita entiende cómo se publica y cómo se busca alquiler en Santa Cruz: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0120" y="2743200"/>
            <a:ext cx="7040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Zonas: Equipetrol, Sirari, Norte, Urubó, Las Palmas, Urbari, Centro, Banzer.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Condiciones: garantía, comisión, expensas, garaje, mascotas, amoblado.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Lenguaje: dpto, depa, garzonier, zona norte, entre anillos, cerca de…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01000" y="2514600"/>
            <a:ext cx="3200400" cy="141732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portal genérico muestra propiedades.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entiende tu contexto.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MODELO DE NEGOCIO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Gratis para usuarios. Valor pago para inmobiliarias.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2057400"/>
            <a:ext cx="2834640" cy="91440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final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 gratis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160520" y="2057400"/>
            <a:ext cx="3108960" cy="91440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Inmobiliaria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 leads calificados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818120" y="2057400"/>
            <a:ext cx="2926080" cy="9144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Pro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 ventas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99669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Monetización potencial: perfil verificado, leads calificados, asistente IA por WhatsApp, agenda de visitas, seguimiento automático, mejora de publicaciones y analítica de demanda.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5166360"/>
            <a:ext cx="8503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3D3E"/>
                </a:solidFill>
              </a:rPr>
              <a:t>El inventario atrae usuarios; los usuarios generan leads; los leads crean valor para inmobiliarias.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GO-TO-MARKET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venderlo y empezar rápido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61264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1. Construir oferta inicial con un dataset curado de alquileres reales y simulados.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2. Lanzar búsqueda conversacional para usuarios jóvenes, estudiantes y profesionales.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3. Contactar inmobiliarias pequeñas: “te mandamos consultas mejor calificadas”.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4. Ofrecer perfil gratuito + piloto del agente IA para responder y agendar por WhatsApp.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1212"/>
                </a:solidFill>
              </a:rPr>
              <a:t>5. Medir conversiones: búsquedas, clics a WhatsApp, propiedades guardadas y visitas agendadas.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0" y="2103120"/>
            <a:ext cx="3520440" cy="141732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a inmobiliarias: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“Menos mensajes fríos. Más personas listas para visitar.”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498080" y="3931920"/>
            <a:ext cx="3520440" cy="114300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a usuarios: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“Dile a Mita cómo quieres vivir. Te muestra opciones claras.”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VENTAJA COMPETITIVA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puede ganar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Datos locales + entendimiento del lenguaje inmobiliario cruceño.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539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Ranking explicable: no solo filtra, recomienda y justifica.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Canal natural: WhatsApp como punto de contacto inmediato.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3D3E"/>
                </a:solidFill>
              </a:rPr>
              <a:t>Modelo híbrido: buscador gratuito para usuarios + SaaS/IA para inmobiliarias.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20840" y="2057400"/>
            <a:ext cx="3931920" cy="1508760"/>
          </a:xfrm>
          <a:prstGeom prst="rect">
            <a:avLst/>
          </a:prstGeom>
          <a:solidFill>
            <a:srgbClr val="D8EFCB"/>
          </a:solidFill>
          <a:ln>
            <a:solidFill>
              <a:srgbClr val="D8EFCB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no compite por ser otro portal.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Compite por ser el agente que mejor entiende la intención del usuario.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927080" y="320040"/>
            <a:ext cx="6858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0" y="43891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85800" y="40233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A65"/>
                </a:solidFill>
              </a:rPr>
              <a:t>DEMO BUILD WITH 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que vamos a mostrar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521208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Chat de búsqueda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Extracción de criterios con IA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Ranking de propiedades por match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Pros, contras y alertas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Comparador entre opciones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Botón de WhatsApp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FFDF7"/>
                </a:solidFill>
              </a:rPr>
              <a:t>Modo inmobiliaria: mejorar publicación con IA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766560" y="2057400"/>
            <a:ext cx="3840480" cy="1371600"/>
          </a:xfrm>
          <a:prstGeom prst="rect">
            <a:avLst/>
          </a:prstGeom>
          <a:solidFill>
            <a:srgbClr val="FFFDF7"/>
          </a:solidFill>
          <a:ln>
            <a:solidFill>
              <a:srgbClr val="FFFDF7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clave: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“¿Cuál me conviene más si trabajo por la UCB y no tengo auto?”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766560" y="3749040"/>
            <a:ext cx="3749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La respuesta de Mita debe explicar cercanía, presupuesto, transporte, condiciones y trade-offs.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ta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960120"/>
            <a:ext cx="237744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20440" y="1325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3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3566160" y="2148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1212"/>
                </a:solidFill>
              </a:rPr>
              <a:t>La próxima búsqueda de alquiler empieza con una conversación.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3566160" y="3337560"/>
            <a:ext cx="5715000" cy="640080"/>
          </a:xfrm>
          <a:prstGeom prst="rect">
            <a:avLst/>
          </a:prstGeom>
          <a:solidFill>
            <a:srgbClr val="0F3D3E"/>
          </a:solidFill>
          <a:ln>
            <a:solidFill>
              <a:srgbClr val="0F3D3E">
                <a:alpha val="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Mita convierte el caos inmobiliario en decisiones claras.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3566160" y="4617720"/>
            <a:ext cx="6400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D6B65"/>
                </a:solidFill>
              </a:rPr>
              <a:t>Cierre de pitch: “No somos otro portal inmobiliario. Somos el agente que entiende lo que estás buscando y te ayuda a decidir dónde vivir.”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6355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B65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Mita - agente inmobiliario con IA</dc:title>
  <dc:subject>Mita - pitch deck</dc:subject>
  <dc:creator>Daniel Cueto + ChatGPT</dc:creator>
  <cp:lastModifiedBy>Daniel Cueto + ChatGPT</cp:lastModifiedBy>
  <cp:revision>1</cp:revision>
  <dcterms:created xsi:type="dcterms:W3CDTF">2026-05-29T04:43:48Z</dcterms:created>
  <dcterms:modified xsi:type="dcterms:W3CDTF">2026-05-29T04:43:48Z</dcterms:modified>
</cp:coreProperties>
</file>